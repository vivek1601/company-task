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Ultraship TMS – Executive Analytics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3PL Load-Level Performance | Revenue, Cost &amp;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Loads: 322</a:t>
            </a:r>
          </a:p>
          <a:p>
            <a:r>
              <a:t>• Date Range: 2025-09-02 to 2025-12-09</a:t>
            </a:r>
          </a:p>
          <a:p>
            <a:r>
              <a:t>• Source: Ultraship TMS Sample Data</a:t>
            </a:r>
          </a:p>
          <a:p>
            <a:r>
              <a:t>• Granularity: Load-level shipments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Revenue: $152,968</a:t>
            </a:r>
          </a:p>
          <a:p>
            <a:r>
              <a:t>• Total Cost: $153,835</a:t>
            </a:r>
          </a:p>
          <a:p>
            <a:r>
              <a:t>• Gross Margin: -0.6%</a:t>
            </a:r>
          </a:p>
          <a:p>
            <a:r>
              <a:t>• Delivered Loads: 5</a:t>
            </a:r>
          </a:p>
          <a:p>
            <a:r>
              <a:t>• Avg AR Days: 33.1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Majority of loads still in BOOKED / ON_ROUTE status</a:t>
            </a:r>
          </a:p>
          <a:p>
            <a:r>
              <a:t>• Revenue realization heavily dependent on execution speed</a:t>
            </a:r>
          </a:p>
          <a:p>
            <a:r>
              <a:t>• Opportunity to improve delivery closure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Cost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Margin visibility delayed until billing completion</a:t>
            </a:r>
          </a:p>
          <a:p>
            <a:r>
              <a:t>• Zero-cost records indicate missing early cost estimates</a:t>
            </a:r>
          </a:p>
          <a:p>
            <a:r>
              <a:t>• Recommendation: Estimate carrier cost at booking stage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Carrier &amp; Load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Drayage dominates load volume but lower yield</a:t>
            </a:r>
          </a:p>
          <a:p>
            <a:r>
              <a:t>• Carrier concentration risk observed</a:t>
            </a:r>
          </a:p>
          <a:p>
            <a:r>
              <a:t>• Recommendation: diversify carrier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&amp; AR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Several delivered loads lack payment confirmation</a:t>
            </a:r>
          </a:p>
          <a:p>
            <a:r>
              <a:t>• Rising AR Days impacts cash flow</a:t>
            </a:r>
          </a:p>
          <a:p>
            <a:r>
              <a:t>• Automate invoice triggers post-delivery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Shift margin tracking earlier in lifecycle</a:t>
            </a:r>
          </a:p>
          <a:p>
            <a:r>
              <a:t>2. Improve invoice &amp; payment automation</a:t>
            </a:r>
          </a:p>
          <a:p>
            <a:r>
              <a:t>3. Bundle low-yield services</a:t>
            </a:r>
          </a:p>
          <a:p>
            <a:r>
              <a:t>4. Build real-time Power BI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